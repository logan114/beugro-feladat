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png" ContentType="image/png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8980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4120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714663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93087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35189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809865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951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81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8934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296AEF-7FF8-046F-5BBD-BEAF393376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794C8-4A8A-EDC4-A67D-CF3DC888E5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400E13-8622-A90A-714C-846E7223B3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E313E8-13BA-F5C1-BE0B-17C3B9294C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5CE68-D985-9DA0-50E2-C0022CDA00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CAE400-1721-DA66-F3FF-4D29DA2544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A2BEAB-36EE-95FE-13BD-8709C815F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A77DEF-ABBD-B1CB-55EE-8B1D11DA6B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5CEFFE-B515-3191-AB4C-7930E11630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B646B6-F361-EEF9-2C5E-769A16FCD5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F8F28F-650F-D2A0-CAFB-6E2A841BCC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56192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2726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57525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951826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72332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782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93833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18299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76876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8575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5816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4708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79465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99546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33021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593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01170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31092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5573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02719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5856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97171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10966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1740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642007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46192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616118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36451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22520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8058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26622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46897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1535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289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47112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369386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13171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542272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01866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43265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641436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05491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5754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439501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962535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4917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539968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26710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5186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56191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2605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7065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866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0162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93619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07997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77709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71148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13279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8649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891491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763150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04185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42644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Events Manager</a:t>
            </a:r>
            <a:endParaRPr lang="en-US"/>
          </a:p>
        </p:txBody>
      </p:sp>
      <p:sp>
        <p:nvSpPr>
          <p:cNvPr id="114050608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Képiró Balázs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1828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Overview</a:t>
            </a:r>
            <a:endParaRPr/>
          </a:p>
        </p:txBody>
      </p:sp>
      <p:sp>
        <p:nvSpPr>
          <p:cNvPr id="16303075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hu-HU"/>
              <a:t>This webapp lets the user create, view and delete their events in a list</a:t>
            </a:r>
            <a:endParaRPr lang="hu-HU"/>
          </a:p>
          <a:p>
            <a:pPr>
              <a:defRPr/>
            </a:pPr>
            <a:r>
              <a:rPr lang="hu-HU"/>
              <a:t>The user must be pre registered</a:t>
            </a:r>
            <a:endParaRPr lang="hu-HU"/>
          </a:p>
          <a:p>
            <a:pPr>
              <a:defRPr/>
            </a:pPr>
            <a:r>
              <a:rPr lang="hu-HU"/>
              <a:t>The user must be logged in to access the events</a:t>
            </a:r>
            <a:endParaRPr lang="hu-HU"/>
          </a:p>
          <a:p>
            <a:pPr>
              <a:defRPr/>
            </a:pPr>
            <a:r>
              <a:rPr lang="hu-HU"/>
              <a:t>Ai helpdesk is aveliable</a:t>
            </a:r>
            <a:endParaRPr lang="hu-HU"/>
          </a:p>
          <a:p>
            <a:pPr>
              <a:defRPr/>
            </a:pPr>
            <a:endParaRPr lang="hu-H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1526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Under the hood</a:t>
            </a:r>
            <a:endParaRPr/>
          </a:p>
        </p:txBody>
      </p:sp>
      <p:sp>
        <p:nvSpPr>
          <p:cNvPr id="3853569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The application’s frontend made in React typescript</a:t>
            </a:r>
            <a:r>
              <a:rPr lang="hu-HU"/>
              <a:t>, with occasional bootstrap</a:t>
            </a:r>
            <a:endParaRPr lang="hu-HU"/>
          </a:p>
          <a:p>
            <a:pPr>
              <a:defRPr/>
            </a:pPr>
            <a:r>
              <a:rPr lang="hu-HU"/>
              <a:t>The backend is purely laravel</a:t>
            </a:r>
            <a:endParaRPr lang="hu-HU"/>
          </a:p>
          <a:p>
            <a:pPr>
              <a:defRPr/>
            </a:pPr>
            <a:r>
              <a:rPr lang="hu-HU"/>
              <a:t>The AI agent being used is QWEN3 hosted by Huggingface, accessed by POST requests over cURL</a:t>
            </a:r>
            <a:endParaRPr lang="hu-HU"/>
          </a:p>
          <a:p>
            <a:pPr>
              <a:defRPr/>
            </a:pPr>
            <a:r>
              <a:rPr lang="hu-HU"/>
              <a:t>It is following a script in </a:t>
            </a:r>
            <a:r>
              <a:rPr lang="hu-HU" sz="2400" b="0" i="0" u="none" strike="noStrike" cap="none" spc="0">
                <a:solidFill>
                  <a:schemeClr val="tx1"/>
                </a:solidFill>
                <a:latin typeface="Hack"/>
                <a:ea typeface="Hack"/>
                <a:cs typeface="Hack"/>
              </a:rPr>
              <a:t>storage/app/private/Agent.txt</a:t>
            </a:r>
            <a:endParaRPr lang="hu-HU"/>
          </a:p>
          <a:p>
            <a:pPr>
              <a:defRPr/>
            </a:pPr>
            <a:r>
              <a:rPr lang="hu-HU"/>
              <a:t>The application runs in docker, </a:t>
            </a:r>
            <a:r>
              <a:rPr lang="hu-HU">
                <a:latin typeface="Hack"/>
                <a:ea typeface="Hack"/>
                <a:cs typeface="Hack"/>
              </a:rPr>
              <a:t>docker-compose.yml</a:t>
            </a:r>
            <a:r>
              <a:rPr lang="hu-HU"/>
              <a:t> provided.</a:t>
            </a:r>
            <a:endParaRPr lang="hu-HU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4563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A deeper dive...</a:t>
            </a:r>
            <a:endParaRPr/>
          </a:p>
        </p:txBody>
      </p:sp>
      <p:sp>
        <p:nvSpPr>
          <p:cNvPr id="15604046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Frontend: React + Vite SPA for login, event list/create/delete</a:t>
            </a:r>
            <a:endParaRPr lang="hu-HU"/>
          </a:p>
          <a:p>
            <a:pPr>
              <a:defRPr/>
            </a:pPr>
            <a:r>
              <a:rPr lang="hu-HU"/>
              <a:t>Backend: Laravel API with Sanctum</a:t>
            </a:r>
            <a:r>
              <a:rPr lang="hu-HU"/>
              <a:t> tokens, event endpoints and a chat endpoint that calls Qwen3 hosted by Huggingface through a POST request, chat can also be handed over to a person.</a:t>
            </a:r>
            <a:endParaRPr lang="hu-HU"/>
          </a:p>
          <a:p>
            <a:pPr>
              <a:defRPr/>
            </a:pPr>
            <a:r>
              <a:rPr lang="hu-HU"/>
              <a:t>Data: Users+Events in relational DB, supportchats are stored as JSON for simplicity</a:t>
            </a:r>
            <a:endParaRPr lang="hu-HU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9225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User Flow</a:t>
            </a:r>
            <a:endParaRPr/>
          </a:p>
        </p:txBody>
      </p:sp>
      <p:sp>
        <p:nvSpPr>
          <p:cNvPr id="56897738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hu-HU"/>
              <a:t>On the main page the user either enters their email address password or chooses to the password in case they lost it. The forgot password button does not open a link, it re renders the login page.</a:t>
            </a:r>
            <a:endParaRPr lang="hu-HU"/>
          </a:p>
          <a:p>
            <a:pPr>
              <a:defRPr/>
            </a:pPr>
            <a:r>
              <a:rPr lang="hu-HU"/>
              <a:t>After succesful login we land straight onto the main page</a:t>
            </a:r>
            <a:r>
              <a:rPr lang="hu-HU"/>
              <a:t>. The user’s events are listed, below that they can add a new event. First the event title, then the date in DD/MM/YYYY format and time, in a 12 hour format</a:t>
            </a:r>
            <a:endParaRPr lang="hu-HU"/>
          </a:p>
          <a:p>
            <a:pPr>
              <a:defRPr/>
            </a:pPr>
            <a:r>
              <a:rPr lang="hu-HU"/>
              <a:t>The backend enforces per-user ownership on all event operations, enabling multiuser usage.</a:t>
            </a:r>
            <a:endParaRPr lang="hu-HU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4965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3849" y="399209"/>
            <a:ext cx="5163219" cy="2847080"/>
          </a:xfrm>
          <a:prstGeom prst="rect">
            <a:avLst/>
          </a:prstGeom>
        </p:spPr>
      </p:pic>
      <p:sp>
        <p:nvSpPr>
          <p:cNvPr id="1354484950" name=""/>
          <p:cNvSpPr/>
          <p:nvPr/>
        </p:nvSpPr>
        <p:spPr bwMode="auto">
          <a:xfrm rot="0" flipH="0" flipV="0">
            <a:off x="5802791" y="1655163"/>
            <a:ext cx="1152407" cy="73389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3598309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28662" y="4371975"/>
            <a:ext cx="3902437" cy="2323588"/>
          </a:xfrm>
          <a:prstGeom prst="rect">
            <a:avLst/>
          </a:prstGeom>
        </p:spPr>
      </p:pic>
      <p:sp>
        <p:nvSpPr>
          <p:cNvPr id="881056824" name=""/>
          <p:cNvSpPr/>
          <p:nvPr/>
        </p:nvSpPr>
        <p:spPr bwMode="auto">
          <a:xfrm rot="5399978" flipH="0" flipV="0">
            <a:off x="1925999" y="3657600"/>
            <a:ext cx="781049" cy="59054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4494417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106279" y="152399"/>
            <a:ext cx="4652246" cy="2770039"/>
          </a:xfrm>
          <a:prstGeom prst="rect">
            <a:avLst/>
          </a:prstGeom>
        </p:spPr>
      </p:pic>
      <p:sp>
        <p:nvSpPr>
          <p:cNvPr id="1876947331" name=""/>
          <p:cNvSpPr/>
          <p:nvPr/>
        </p:nvSpPr>
        <p:spPr bwMode="auto">
          <a:xfrm rot="5399978" flipH="0" flipV="0">
            <a:off x="9107849" y="2981324"/>
            <a:ext cx="990599" cy="95249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9912125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7793399" y="4126621"/>
            <a:ext cx="3409949" cy="2363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98528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09762" y="600075"/>
            <a:ext cx="8017237" cy="5556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73638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92749" y="858165"/>
            <a:ext cx="7213237" cy="49997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44286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51256" y="375662"/>
            <a:ext cx="7689487" cy="5329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29701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4849" y="1266824"/>
            <a:ext cx="10782299" cy="4324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6877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0999" y="1229783"/>
            <a:ext cx="11031899" cy="4290183"/>
          </a:xfrm>
          <a:prstGeom prst="rect">
            <a:avLst/>
          </a:prstGeom>
        </p:spPr>
      </p:pic>
      <p:sp>
        <p:nvSpPr>
          <p:cNvPr id="1147026830" name=""/>
          <p:cNvSpPr txBox="1"/>
          <p:nvPr/>
        </p:nvSpPr>
        <p:spPr bwMode="auto">
          <a:xfrm rot="0" flipH="0" flipV="0">
            <a:off x="3933383" y="3246120"/>
            <a:ext cx="43252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Hello, this is Balázs, how can I help you?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6009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Why this approach?</a:t>
            </a:r>
            <a:endParaRPr/>
          </a:p>
        </p:txBody>
      </p:sp>
      <p:sp>
        <p:nvSpPr>
          <p:cNvPr id="4228372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hu-HU"/>
              <a:t>Separation of user interaction and database related actions.</a:t>
            </a:r>
            <a:endParaRPr lang="hu-HU"/>
          </a:p>
          <a:p>
            <a:pPr>
              <a:defRPr/>
            </a:pPr>
            <a:r>
              <a:rPr lang="hu-HU"/>
              <a:t>Token based Authentication keeps the API stateless and scalable</a:t>
            </a:r>
            <a:endParaRPr lang="hu-HU"/>
          </a:p>
          <a:p>
            <a:pPr>
              <a:defRPr/>
            </a:pPr>
            <a:r>
              <a:rPr lang="hu-HU"/>
              <a:t>Chat handoff is intentionally lightweight to keep this demo simple, while still showing real operational flow</a:t>
            </a:r>
            <a:endParaRPr lang="hu-HU"/>
          </a:p>
          <a:p>
            <a:pPr>
              <a:defRPr/>
            </a:pPr>
            <a:r>
              <a:rPr lang="hu-HU"/>
              <a:t>Bootstrap, to make UI design easier where alignment is required, and to make the webapp responsive</a:t>
            </a:r>
            <a:endParaRPr lang="hu-HU"/>
          </a:p>
          <a:p>
            <a:pPr>
              <a:defRPr/>
            </a:pPr>
            <a:r>
              <a:rPr lang="hu-HU"/>
              <a:t>Despite being built for code</a:t>
            </a:r>
            <a:r>
              <a:rPr lang="hu-HU"/>
              <a:t> </a:t>
            </a:r>
            <a:r>
              <a:rPr lang="hu-H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Qwen3 </a:t>
            </a:r>
            <a:r>
              <a:rPr lang="hu-HU"/>
              <a:t>was the best free LLM based on my tests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ONLYOFFICE/9.2.1.0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Képiró Balázs</dc:creator>
  <cp:lastModifiedBy/>
  <cp:revision>6</cp:revision>
  <dcterms:modified xsi:type="dcterms:W3CDTF">2026-02-06T00:37:07Z</dcterms:modified>
</cp:coreProperties>
</file>